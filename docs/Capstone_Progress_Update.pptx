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920240"/>
            <a:ext cx="10360152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Sensorless Load Estimation Using Motor Slip</a:t>
            </a:r>
            <a:endParaRPr lang="en-US" sz="3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Low-Cost VFD-Driven Induction Motor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5661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4805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Salisbury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8463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AEEE-6850 Capstone Project — UNC Charlotte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Requirements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916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an unknown mechanical load on a VFD-driven induction motor using motor slip — no added torque sensor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low-cost, embedded data-acquisition system around the existing VFD and motor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slip-based load estimate against a current-based estimate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standalone keypad + display interface so the rig can be operated without a laptop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requirements (AEEE-6850 syllabus)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1109167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Summer 2026 independent study (VFD + induction motor speed control)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presentation to faculty mentor and at least one other AEES faculty member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professional, conference-formatted paper documenting the project and results (IEEE / ASME style)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Rig Overview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VFD: AutomationDirect DURApulse GS23-21P0 (scalar V/Hz)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Motor: Lucas-Nülle SE2673-1K7, 0.37 kW, 4-pole induction motor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Controller: STM32 Nucleo-F401RE — reads VFD frequency/current over RS-485 Modbus RTU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path: hoist drum + cable, known weights hung on a hook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Shaft speed reference: Lucas-Nülle ActiveServo (SB2663-6U), read by eye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0" y="1463040"/>
            <a:ext cx="5239512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0" y="1463040"/>
            <a:ext cx="5239512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photo of test rig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Logger — Live Data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logged row: time, output frequency, synchronous speed, shaft RPM, slip, output current, known load, test ID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motor run is saved automatically to its own file; a summary file collects one line per run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logger prompts for the shaft RPM reading after each run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0" y="1463040"/>
            <a:ext cx="5239512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0" y="1463040"/>
            <a:ext cx="5239512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of logger window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— Completed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configured and verified for potentiometer speed control (VFDCHECK: 8/8 settings pass)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 / Modbus RTU communication to the VFD confirmed (output frequency + output current registers)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firmware: logs frequency, current, synchronous speed, and slip every 250 ms; TEST/STOP test sessions with steady-state averaging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logger (Python): automatically saves every motor run and prompts for the shaft RPM reading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No-load baseline data collected at four speeds (1.39, 2.44, 4.85, 6.36 Hz); 6.36 Hz selected as the fixed calibration speed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results documented in a written report, traceable back to every source data file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— Not Yet Complete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Weighted-load calibration runs — the data needed to actually build the predictive model</a:t>
            </a:r>
            <a:endParaRPr lang="en-US" sz="19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Keypad + HMI integration on the controller (data entry, predicted load/speed display)</a:t>
            </a:r>
            <a:endParaRPr lang="en-US" sz="19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model: fit and validate slip-to-load and current-to-load estimates</a:t>
            </a:r>
            <a:endParaRPr lang="en-US" sz="19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conference-formatted paper</a:t>
            </a:r>
            <a:endParaRPr lang="en-US" sz="19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to faculty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Results So Far (No Load)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 and one down run per speed; slip = (sync RPM − shaft RPM) / sync RPM.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 (Hz)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RPM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slip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 slip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current (A)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 current (A)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947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6.36 Hz chosen as the fixed calibration speed — repeatable results, good RPM-display resolution, short run time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is strongly direction-dependent (lifting vs. lowering); current is a much weaker signal than slip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0" y="3794760"/>
            <a:ext cx="5239512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6400800" y="3794760"/>
            <a:ext cx="52395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slip-vs-frequency plot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2636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4.85 Hz down: only one full run was logged that session (the up run); the down RPM was noted by eye with no matching logged run, so no current reading exists for it.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weighted calibration tests at 6.36 Hz (known loads, up and down, several repeats per weight) to build the slip-to-load and current-to-load models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keypad and HMI display to the controller: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5146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Keypad — enter test data (load, RPM) directly at the rig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 display — show the predicted load and speed in real time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1109167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and validate the predictive model against held-out data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short conference-formatted paper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deliver the final presentation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day of classes: December 2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7 – Oct 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Weighted-load calibration tests at 6.36 Hz (known loads, up/down, repeats)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17 – Oct 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Keypad + HMI integration (data entry, predicted load/speed display)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31 – Nov 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and validate the predictive model (slip-to-load, current-to-load)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14 – Nov 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the short conference-formatted paper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21 – Nov 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Finalize paper; prepare final presentation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presentation and paper submission (last day of classes)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88036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Progress Update</dc:title>
  <dc:subject>PptxGenJS Presentation</dc:subject>
  <dc:creator>David Salisbury</dc:creator>
  <cp:lastModifiedBy>David Salisbury</cp:lastModifiedBy>
  <cp:revision>1</cp:revision>
  <dcterms:created xsi:type="dcterms:W3CDTF">2026-10-07T22:25:14Z</dcterms:created>
  <dcterms:modified xsi:type="dcterms:W3CDTF">2026-10-07T22:25:14Z</dcterms:modified>
</cp:coreProperties>
</file>